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75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2377440" cy="502920"/>
          </a:xfrm>
          <a:prstGeom prst="ellipse">
            <a:avLst/>
          </a:prstGeom>
          <a:solidFill>
            <a:srgbClr val="CADCFC">
              <a:alpha val="12000"/>
            </a:srgbClr>
          </a:solidFill>
          <a:ln w="190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800100"/>
            <a:ext cx="2377440" cy="1463040"/>
          </a:xfrm>
          <a:prstGeom prst="rect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011680"/>
            <a:ext cx="2377440" cy="502920"/>
          </a:xfrm>
          <a:prstGeom prst="ellipse">
            <a:avLst/>
          </a:prstGeom>
          <a:solidFill>
            <a:srgbClr val="141A47"/>
          </a:solidFill>
          <a:ln w="190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051560"/>
            <a:ext cx="2377440" cy="502920"/>
          </a:xfrm>
          <a:prstGeom prst="ellipse">
            <a:avLst/>
          </a:prstGeom>
          <a:solidFill>
            <a:srgbClr val="141A47"/>
          </a:solidFill>
          <a:ln w="1524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554480"/>
            <a:ext cx="2377440" cy="502920"/>
          </a:xfrm>
          <a:prstGeom prst="ellipse">
            <a:avLst/>
          </a:prstGeom>
          <a:solidFill>
            <a:srgbClr val="141A47"/>
          </a:solidFill>
          <a:ln w="1524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331720"/>
            <a:ext cx="10360152" cy="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417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MINI PROJECT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5176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 SYSTEM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947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Project Using MySQL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94560" y="4526280"/>
            <a:ext cx="777240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4681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5029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S.Leena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Chowdary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M.Bhagya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Ratna Siri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5029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R.Purna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Sahithi</a:t>
            </a:r>
            <a:endParaRPr lang="en-US" sz="1400" dirty="0"/>
          </a:p>
          <a:p>
            <a:pPr>
              <a:spcAft>
                <a:spcPts val="800"/>
              </a:spcAft>
              <a:buSzPct val="100000"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4709160"/>
            <a:ext cx="0" cy="137160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9456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[Group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9377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" y="1234440"/>
            <a:ext cx="4681728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IMS?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 SYSTEM?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438912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432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application that digitally tracks products, stock levels, purchases and sales — replacing manual, error-prone record keeping.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438912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590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business one reliable, centralized source of truth for every product, purchase and sale.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49047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234440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307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Inventory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16367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 &amp; stock data stored in one MySQL database.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25146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258568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Stock Tracking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6609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of available product quantities.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35387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09360" y="3282696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3355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Management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685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products bought from suppliers.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0" y="45628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4306824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43799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Management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709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products sold to customers.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0" y="558698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09360" y="5330952"/>
            <a:ext cx="544068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37960" y="54041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Customer Records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57332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contact &amp; transaction history.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4572000" cy="365760"/>
          </a:xfrm>
          <a:prstGeom prst="roundRect">
            <a:avLst>
              <a:gd name="adj" fmla="val 15000"/>
            </a:avLst>
          </a:prstGeom>
          <a:solidFill>
            <a:srgbClr val="B326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stock tracking on paper / spreadsheets</a:t>
            </a:r>
            <a:endParaRPr lang="en-US" sz="1450" dirty="0"/>
          </a:p>
          <a:p>
            <a:pPr marL="177800" indent="-1778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duplication across records</a:t>
            </a:r>
            <a:endParaRPr lang="en-US" sz="1450" dirty="0"/>
          </a:p>
          <a:p>
            <a:pPr marL="177800" indent="-1778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stock inaccuracies</a:t>
            </a:r>
            <a:endParaRPr lang="en-US" sz="1450" dirty="0"/>
          </a:p>
          <a:p>
            <a:pPr marL="177800" indent="-1778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trace purchases &amp; sales</a:t>
            </a:r>
            <a:endParaRPr lang="en-US" sz="1450" dirty="0"/>
          </a:p>
          <a:p>
            <a:pPr marL="177800" indent="-177800"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 report generation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40680" y="3044952"/>
            <a:ext cx="822960" cy="58521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3716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1645920"/>
            <a:ext cx="457200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37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3317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MySQL relational database</a:t>
            </a:r>
            <a:endParaRPr lang="en-US" sz="1450" dirty="0"/>
          </a:p>
          <a:p>
            <a:pPr marL="177800" indent="-177800">
              <a:spcAft>
                <a:spcPts val="2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well-defined tables</a:t>
            </a:r>
            <a:endParaRPr lang="en-US" sz="1450" dirty="0"/>
          </a:p>
          <a:p>
            <a:pPr marL="177800" indent="-177800">
              <a:spcAft>
                <a:spcPts val="2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 updates via triggers</a:t>
            </a:r>
            <a:endParaRPr lang="en-US" sz="1450" dirty="0"/>
          </a:p>
          <a:p>
            <a:pPr marL="177800" indent="-177800">
              <a:spcAft>
                <a:spcPts val="2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data retrieval &amp; reporting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5623560"/>
            <a:ext cx="1129284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623560"/>
            <a:ext cx="10744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A well-designed relational database removes redundancy and keeps stock data accurate at all times.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543115" cy="2148840"/>
          </a:xfrm>
          <a:prstGeom prst="roundRect">
            <a:avLst>
              <a:gd name="adj" fmla="val 4148"/>
            </a:avLst>
          </a:prstGeom>
          <a:solidFill>
            <a:srgbClr val="EAF1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" y="1719072"/>
            <a:ext cx="14333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2377440"/>
            <a:ext cx="13968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products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90587" y="2546604"/>
            <a:ext cx="146304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2018603" y="1554480"/>
            <a:ext cx="1543115" cy="2148840"/>
          </a:xfrm>
          <a:prstGeom prst="roundRect">
            <a:avLst>
              <a:gd name="adj" fmla="val 4148"/>
            </a:avLst>
          </a:prstGeom>
          <a:solidFill>
            <a:srgbClr val="EAF1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73467" y="1719072"/>
            <a:ext cx="14333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91755" y="2377440"/>
            <a:ext cx="13968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products bought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3431" y="2546604"/>
            <a:ext cx="146304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1447" y="1554480"/>
            <a:ext cx="1543115" cy="2148840"/>
          </a:xfrm>
          <a:prstGeom prst="roundRect">
            <a:avLst>
              <a:gd name="adj" fmla="val 4148"/>
            </a:avLst>
          </a:prstGeom>
          <a:solidFill>
            <a:srgbClr val="EAF1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26311" y="1719072"/>
            <a:ext cx="14333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PURCHASE_ITEM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44599" y="2377440"/>
            <a:ext cx="13968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products in a purchase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96274" y="2546604"/>
            <a:ext cx="146304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324290" y="1554480"/>
            <a:ext cx="1543115" cy="2148840"/>
          </a:xfrm>
          <a:prstGeom prst="roundRect">
            <a:avLst>
              <a:gd name="adj" fmla="val 4148"/>
            </a:avLst>
          </a:prstGeom>
          <a:solidFill>
            <a:srgbClr val="FFF3E0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79154" y="1719072"/>
            <a:ext cx="14333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97442" y="2377440"/>
            <a:ext cx="13968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&amp; current stock qty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9117" y="2546604"/>
            <a:ext cx="146304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977133" y="1554480"/>
            <a:ext cx="1543115" cy="2148840"/>
          </a:xfrm>
          <a:prstGeom prst="roundRect">
            <a:avLst>
              <a:gd name="adj" fmla="val 4148"/>
            </a:avLst>
          </a:prstGeom>
          <a:solidFill>
            <a:srgbClr val="EAF1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31997" y="1719072"/>
            <a:ext cx="14333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SALE_ITEM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50285" y="2377440"/>
            <a:ext cx="13968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products in a sale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1961" y="2546604"/>
            <a:ext cx="146304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8629977" y="1554480"/>
            <a:ext cx="1543115" cy="2148840"/>
          </a:xfrm>
          <a:prstGeom prst="roundRect">
            <a:avLst>
              <a:gd name="adj" fmla="val 4148"/>
            </a:avLst>
          </a:prstGeom>
          <a:solidFill>
            <a:srgbClr val="EAF1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4841" y="1719072"/>
            <a:ext cx="14333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703129" y="2377440"/>
            <a:ext cx="13968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customer sale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54804" y="2546604"/>
            <a:ext cx="146304" cy="16459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82820" y="1554480"/>
            <a:ext cx="1543115" cy="2148840"/>
          </a:xfrm>
          <a:prstGeom prst="roundRect">
            <a:avLst>
              <a:gd name="adj" fmla="val 4148"/>
            </a:avLst>
          </a:prstGeom>
          <a:solidFill>
            <a:srgbClr val="EAF1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37684" y="1719072"/>
            <a:ext cx="14333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355972" y="2377440"/>
            <a:ext cx="139681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products from business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63040" y="43434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00200" y="43434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 →  Stock QUANTITY increases ▲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92240" y="43434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9400" y="43434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 →  Stock QUANTITY decreases ▼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6692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purchases finished products from suppliers and sells them to customers — no manufacturing involved.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(ER)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325319" y="914400"/>
            <a:ext cx="7541057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6" name="Image 0" descr="/home/claude/ims_ppt/assets/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479" y="1051560"/>
            <a:ext cx="7266737" cy="5212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Design, Keys &amp; Relationships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0759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36776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record in a table.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62272" y="130759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636776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related tables to each other.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23444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307592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1636776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relationships stay valid &amp; consistent.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11274552" cy="3218688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 →  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 →  PURCHASE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 →  PURCHASE_ITEM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 →  PURCHASE_ITEM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 →  SALE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 →  SALE_ITEM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 →  SALE_ITEM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5074920"/>
          </a:xfrm>
          <a:prstGeom prst="roundRect">
            <a:avLst>
              <a:gd name="adj" fmla="val 1802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90472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90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APPLIED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1762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holds atomic, single values (e.g. one Phone per row).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0906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non-key attributes depend on the whole primary key (e.g. Subtotal depends on full PURCHASE_ITEM key).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05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 — Category_Name kept only in CATEGORY, not repeated in PRODUCT.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4846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834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less redundancy  •  better consistency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5696712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490472"/>
            <a:ext cx="5148072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149047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USED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194560"/>
            <a:ext cx="2482596" cy="1051560"/>
          </a:xfrm>
          <a:prstGeom prst="roundRect">
            <a:avLst>
              <a:gd name="adj" fmla="val 6087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2267712"/>
            <a:ext cx="2208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59689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Category_ID, 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74836" y="2194560"/>
            <a:ext cx="2482596" cy="1051560"/>
          </a:xfrm>
          <a:prstGeom prst="roundRect">
            <a:avLst>
              <a:gd name="adj" fmla="val 6087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11996" y="2267712"/>
            <a:ext cx="2208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11996" y="259689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in PRODUCT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383280"/>
            <a:ext cx="2482596" cy="1051560"/>
          </a:xfrm>
          <a:prstGeom prst="roundRect">
            <a:avLst>
              <a:gd name="adj" fmla="val 6087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456432"/>
            <a:ext cx="2208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378561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Product_Name, Price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74836" y="3383280"/>
            <a:ext cx="2482596" cy="1051560"/>
          </a:xfrm>
          <a:prstGeom prst="roundRect">
            <a:avLst>
              <a:gd name="adj" fmla="val 6087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11996" y="3456432"/>
            <a:ext cx="2208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111996" y="378561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/ Customer Email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4572000"/>
            <a:ext cx="2482596" cy="1051560"/>
          </a:xfrm>
          <a:prstGeom prst="roundRect">
            <a:avLst>
              <a:gd name="adj" fmla="val 6087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4645152"/>
            <a:ext cx="2208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497433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&gt;= 0, Price &gt; 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974836" y="4572000"/>
            <a:ext cx="2482596" cy="1051560"/>
          </a:xfrm>
          <a:prstGeom prst="roundRect">
            <a:avLst>
              <a:gd name="adj" fmla="val 6087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11996" y="4645152"/>
            <a:ext cx="22082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111996" y="4974336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Purchase_Date = CURRENT_DATE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Implementation &amp; CRUD Operations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14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99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CREATION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inventory_db;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 (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Product_ID INT PRIMARY KEY,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Category_ID INT,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1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251960"/>
            <a:ext cx="4023360" cy="2057400"/>
          </a:xfrm>
          <a:prstGeom prst="roundRect">
            <a:avLst>
              <a:gd name="adj" fmla="val 3556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361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MYSQL DATA TYPES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90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r>
              <a:rPr lang="en-US" sz="1100" dirty="0">
                <a:solidFill>
                  <a:srgbClr val="5B6584"/>
                </a:solidFill>
              </a:rPr>
              <a:t>  —  Price, Total_Amount, Subtotal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29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100" dirty="0">
                <a:solidFill>
                  <a:srgbClr val="5B6584"/>
                </a:solidFill>
              </a:rPr>
              <a:t>  —  Purchase_Date, Sale_Date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68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100" dirty="0">
                <a:solidFill>
                  <a:srgbClr val="5B6584"/>
                </a:solidFill>
              </a:rPr>
              <a:t>  —  Names, Emails, Addresses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6976872" cy="1170432"/>
          </a:xfrm>
          <a:prstGeom prst="roundRect">
            <a:avLst>
              <a:gd name="adj" fmla="val 6250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499616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14996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39903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records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801368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product, purchase or sale entry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569464"/>
            <a:ext cx="6976872" cy="1170432"/>
          </a:xfrm>
          <a:prstGeom prst="roundRect">
            <a:avLst>
              <a:gd name="adj" fmla="val 6250"/>
            </a:avLst>
          </a:prstGeom>
          <a:solidFill>
            <a:srgbClr val="EAF1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83464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734056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records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136392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 list or sales history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904488"/>
            <a:ext cx="6976872" cy="1170432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4169664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37760" y="416966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06908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records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471416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stock quantity or price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5239512"/>
            <a:ext cx="6976872" cy="1170432"/>
          </a:xfrm>
          <a:prstGeom prst="roundRect">
            <a:avLst>
              <a:gd name="adj" fmla="val 6250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5504688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B3261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37760" y="55046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404104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records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580644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discontinued product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Queries, Joins &amp; Reporting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703320" cy="3246120"/>
          </a:xfrm>
          <a:prstGeom prst="roundRect">
            <a:avLst>
              <a:gd name="adj" fmla="val 2535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35608"/>
            <a:ext cx="3300984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4356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CONCEPTS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filter rows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— sort results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combine tables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group rows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filter groups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— nested queries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703320" cy="3246120"/>
          </a:xfrm>
          <a:prstGeom prst="roundRect">
            <a:avLst>
              <a:gd name="adj" fmla="val 2535"/>
            </a:avLst>
          </a:prstGeom>
          <a:solidFill>
            <a:srgbClr val="FFF3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1435608"/>
            <a:ext cx="3300984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435608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05740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— total rows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— total value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— average value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MAX() — highest value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MIN() — lowest 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234440"/>
            <a:ext cx="3413455" cy="3246120"/>
          </a:xfrm>
          <a:prstGeom prst="roundRect">
            <a:avLst>
              <a:gd name="adj" fmla="val 2535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2208" y="1435608"/>
            <a:ext cx="3011119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22208" y="1435608"/>
            <a:ext cx="3011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WE CAN GENERATE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057400"/>
            <a:ext cx="277337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by category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Customer-wise sales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Supplier-wise purchases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754880"/>
            <a:ext cx="33018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07738" y="475488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44898" y="4754880"/>
            <a:ext cx="33018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price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58277" y="475488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5437" y="4754880"/>
            <a:ext cx="33018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priced above average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 &amp; Automatic Stock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TRIGGER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148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Purchase_Item inserted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72384" y="2944368"/>
            <a:ext cx="164592" cy="173736"/>
          </a:xfrm>
          <a:prstGeom prst="downArrow">
            <a:avLst/>
          </a:prstGeom>
          <a:solidFill>
            <a:srgbClr val="2E7D32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5468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1546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Product_ID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142232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2E7D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1422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Product.Quantity  INCREASES  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463040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B326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TRIGGER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214884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2148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Sale_Item inserted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24544" y="2944368"/>
            <a:ext cx="164592" cy="173736"/>
          </a:xfrm>
          <a:prstGeom prst="downArrow">
            <a:avLst/>
          </a:prstGeom>
          <a:solidFill>
            <a:srgbClr val="B3261E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9400" y="315468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31546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Product_ID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4142232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B326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414223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Product.Quantity  DECREASES  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669280"/>
            <a:ext cx="2682164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566928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22244" y="5669280"/>
            <a:ext cx="2682164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22244" y="566928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87288" y="5669280"/>
            <a:ext cx="2682164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87288" y="566928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NEW.Quantity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52331" y="5669280"/>
            <a:ext cx="2682164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52331" y="566928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NEW.Product_ID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MySQL Features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core tables and triggers, these MySQL features extend the project's capability: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072579" cy="306324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2072579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715768"/>
            <a:ext cx="2072579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1889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291840"/>
            <a:ext cx="17433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inventory &amp; sales reports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3450" y="4343400"/>
            <a:ext cx="640080" cy="640080"/>
          </a:xfrm>
          <a:prstGeom prst="ellipse">
            <a:avLst/>
          </a:prstGeom>
          <a:solidFill>
            <a:srgbClr val="1E2761">
              <a:alpha val="12000"/>
            </a:srgbClr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345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58379" y="2331720"/>
            <a:ext cx="2072579" cy="306324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58379" y="2331720"/>
            <a:ext cx="2072579" cy="777240"/>
          </a:xfrm>
          <a:prstGeom prst="roundRect">
            <a:avLst>
              <a:gd name="adj" fmla="val 10588"/>
            </a:avLst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8379" y="2715768"/>
            <a:ext cx="2072579" cy="3931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49819" y="2331720"/>
            <a:ext cx="1889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22971" y="3291840"/>
            <a:ext cx="17433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products, record purchases / sales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629" y="4343400"/>
            <a:ext cx="640080" cy="640080"/>
          </a:xfrm>
          <a:prstGeom prst="ellipse">
            <a:avLst/>
          </a:prstGeom>
          <a:solidFill>
            <a:srgbClr val="0E7C86">
              <a:alpha val="12000"/>
            </a:srgbClr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629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59558" y="2331720"/>
            <a:ext cx="2072579" cy="306324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59558" y="2331720"/>
            <a:ext cx="2072579" cy="777240"/>
          </a:xfrm>
          <a:prstGeom prst="roundRect">
            <a:avLst>
              <a:gd name="adj" fmla="val 10588"/>
            </a:avLst>
          </a:prstGeom>
          <a:solidFill>
            <a:srgbClr val="E8A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5059558" y="2715768"/>
            <a:ext cx="2072579" cy="3931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50998" y="2331720"/>
            <a:ext cx="1889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291840"/>
            <a:ext cx="17433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totals &amp; subtotals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75808" y="4343400"/>
            <a:ext cx="640080" cy="640080"/>
          </a:xfrm>
          <a:prstGeom prst="ellipse">
            <a:avLst/>
          </a:prstGeom>
          <a:solidFill>
            <a:srgbClr val="E8A33D">
              <a:alpha val="12000"/>
            </a:srgbClr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75808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60737" y="2331720"/>
            <a:ext cx="2072579" cy="306324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60737" y="2331720"/>
            <a:ext cx="2072579" cy="777240"/>
          </a:xfrm>
          <a:prstGeom prst="roundRect">
            <a:avLst>
              <a:gd name="adj" fmla="val 10588"/>
            </a:avLst>
          </a:prstGeom>
          <a:solidFill>
            <a:srgbClr val="2E7D32"/>
          </a:solidFill>
          <a:ln/>
        </p:spPr>
      </p:sp>
      <p:sp>
        <p:nvSpPr>
          <p:cNvPr id="29" name="Shape 27"/>
          <p:cNvSpPr/>
          <p:nvPr/>
        </p:nvSpPr>
        <p:spPr>
          <a:xfrm>
            <a:off x="7360737" y="2715768"/>
            <a:ext cx="2072579" cy="3931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52177" y="2331720"/>
            <a:ext cx="1889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525329" y="3291840"/>
            <a:ext cx="17433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ROLLBACK for consistency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76987" y="4343400"/>
            <a:ext cx="640080" cy="640080"/>
          </a:xfrm>
          <a:prstGeom prst="ellipse">
            <a:avLst/>
          </a:prstGeom>
          <a:solidFill>
            <a:srgbClr val="2E7D32">
              <a:alpha val="12000"/>
            </a:srgbClr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76987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661916" y="2331720"/>
            <a:ext cx="2072579" cy="306324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61916" y="2331720"/>
            <a:ext cx="2072579" cy="777240"/>
          </a:xfrm>
          <a:prstGeom prst="roundRect">
            <a:avLst>
              <a:gd name="adj" fmla="val 10588"/>
            </a:avLst>
          </a:prstGeom>
          <a:solidFill>
            <a:srgbClr val="B3261E"/>
          </a:solidFill>
          <a:ln/>
        </p:spPr>
      </p:sp>
      <p:sp>
        <p:nvSpPr>
          <p:cNvPr id="36" name="Shape 34"/>
          <p:cNvSpPr/>
          <p:nvPr/>
        </p:nvSpPr>
        <p:spPr>
          <a:xfrm>
            <a:off x="9661916" y="2715768"/>
            <a:ext cx="2072579" cy="3931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753356" y="2331720"/>
            <a:ext cx="18896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826508" y="3291840"/>
            <a:ext cx="17433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data retrieval on large tables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78166" y="4343400"/>
            <a:ext cx="640080" cy="640080"/>
          </a:xfrm>
          <a:prstGeom prst="ellipse">
            <a:avLst/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378166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715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as part of project scope — core schema, CRUD, joins &amp; triggers are fully implemented; these extend it further.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200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Output, Advantages &amp; 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AREAS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765249" cy="868680"/>
          </a:xfrm>
          <a:prstGeom prst="roundRect">
            <a:avLst>
              <a:gd name="adj" fmla="val 736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508760"/>
            <a:ext cx="1618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Inventory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59609" y="1508760"/>
            <a:ext cx="1765249" cy="868680"/>
          </a:xfrm>
          <a:prstGeom prst="roundRect">
            <a:avLst>
              <a:gd name="adj" fmla="val 736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32761" y="1508760"/>
            <a:ext cx="1618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Records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62018" y="1508760"/>
            <a:ext cx="1765249" cy="868680"/>
          </a:xfrm>
          <a:prstGeom prst="roundRect">
            <a:avLst>
              <a:gd name="adj" fmla="val 736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5170" y="1508760"/>
            <a:ext cx="1618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4428" y="1508760"/>
            <a:ext cx="1765249" cy="868680"/>
          </a:xfrm>
          <a:prstGeom prst="roundRect">
            <a:avLst>
              <a:gd name="adj" fmla="val 736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7580" y="1508760"/>
            <a:ext cx="1618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Customer-wise Sales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6837" y="1508760"/>
            <a:ext cx="1765249" cy="868680"/>
          </a:xfrm>
          <a:prstGeom prst="roundRect">
            <a:avLst>
              <a:gd name="adj" fmla="val 736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9989" y="1508760"/>
            <a:ext cx="1618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Supplier-wise Purchases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69246" y="1508760"/>
            <a:ext cx="1765249" cy="868680"/>
          </a:xfrm>
          <a:prstGeom prst="roundRect">
            <a:avLst>
              <a:gd name="adj" fmla="val 7368"/>
            </a:avLst>
          </a:prstGeom>
          <a:solidFill>
            <a:srgbClr val="EAF1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42398" y="1508760"/>
            <a:ext cx="16189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Stock Qty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145731" cy="1005840"/>
          </a:xfrm>
          <a:prstGeom prst="roundRect">
            <a:avLst>
              <a:gd name="adj" fmla="val 6364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926080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0091" y="2926080"/>
            <a:ext cx="2145731" cy="1005840"/>
          </a:xfrm>
          <a:prstGeom prst="roundRect">
            <a:avLst>
              <a:gd name="adj" fmla="val 6364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1531" y="2926080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inventory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2982" y="2926080"/>
            <a:ext cx="2145731" cy="1005840"/>
          </a:xfrm>
          <a:prstGeom prst="roundRect">
            <a:avLst>
              <a:gd name="adj" fmla="val 6364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14422" y="2926080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 updates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05873" y="2926080"/>
            <a:ext cx="2145731" cy="1005840"/>
          </a:xfrm>
          <a:prstGeom prst="roundRect">
            <a:avLst>
              <a:gd name="adj" fmla="val 6364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97313" y="2926080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redundancy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88764" y="2926080"/>
            <a:ext cx="2145731" cy="1005840"/>
          </a:xfrm>
          <a:prstGeom prst="roundRect">
            <a:avLst>
              <a:gd name="adj" fmla="val 6364"/>
            </a:avLst>
          </a:prstGeom>
          <a:solidFill>
            <a:srgbClr val="E7F3E8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80204" y="2926080"/>
            <a:ext cx="1962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reporting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11277295" cy="1737360"/>
          </a:xfrm>
          <a:prstGeom prst="roundRect">
            <a:avLst>
              <a:gd name="adj" fmla="val 5263"/>
            </a:avLst>
          </a:prstGeom>
          <a:solidFill>
            <a:srgbClr val="141A4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efficient MySQL-based system for managing products, purchases, sales and inventory.”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945</Words>
  <Application>Microsoft Office PowerPoint</Application>
  <PresentationFormat>Widescreen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leenachowdary007@gmail.com</cp:lastModifiedBy>
  <cp:revision>2</cp:revision>
  <dcterms:created xsi:type="dcterms:W3CDTF">2026-09-06T16:10:15Z</dcterms:created>
  <dcterms:modified xsi:type="dcterms:W3CDTF">2026-09-12T01:35:50Z</dcterms:modified>
</cp:coreProperties>
</file>